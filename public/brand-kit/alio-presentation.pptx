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{{Série}}</c:v>
                </c:pt>
              </c:strCache>
            </c:strRef>
          </c:tx>
          <c:spPr>
            <a:solidFill>
              <a:srgbClr val="2B3990"/>
            </a:solidFill>
          </c:spPr>
          <c:cat>
            <c:strRef>
              <c:f>Sheet1!$A$2:$A$5</c:f>
              <c:strCache>
                <c:ptCount val="4"/>
                <c:pt idx="0">
                  <c:v>{{Cat 1}}</c:v>
                </c:pt>
                <c:pt idx="1">
                  <c:v>{{Cat 2}}</c:v>
                </c:pt>
                <c:pt idx="2">
                  <c:v>{{Cat 3}}</c:v>
                </c:pt>
                <c:pt idx="3">
                  <c:v>{{Cat 4}}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6.8</c:v>
                </c:pt>
                <c:pt idx="2">
                  <c:v>5.1</c:v>
                </c:pt>
                <c:pt idx="3">
                  <c:v>8.4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44B5C"/>
          </a:solidFill>
          <a:latin typeface="Instrument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8000"/>
            <a:ext cx="12192119" cy="90000"/>
          </a:xfrm>
          <a:prstGeom prst="rect">
            <a:avLst/>
          </a:prstGeom>
          <a:gradFill rotWithShape="1">
            <a:gsLst>
              <a:gs pos="0">
                <a:srgbClr val="07B7D1"/>
              </a:gs>
              <a:gs pos="100000">
                <a:srgbClr val="2B39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io-ic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68000"/>
            <a:ext cx="9573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6000" y="55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alio</a:t>
            </a:r>
            <a:r>
              <a:rPr sz="2000" b="0" i="0">
                <a:solidFill>
                  <a:srgbClr val="C4CAD6"/>
                </a:solidFill>
                <a:latin typeface="Sora"/>
                <a:ea typeface="Sora"/>
                <a:cs typeface="Sora"/>
              </a:rPr>
              <a:t>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592000"/>
            <a:ext cx="86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{{Título da Apresentação}}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4CAD6"/>
                </a:solidFill>
                <a:latin typeface="Instrument Sans"/>
                <a:ea typeface="Instrument Sans"/>
                <a:cs typeface="Instrument Sans"/>
              </a:rPr>
              <a:t>{{Subtítulo — cliente / projeto / data}}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138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7B7D1"/>
                </a:solidFill>
                <a:latin typeface="JetBrains Mono"/>
                <a:ea typeface="JetBrains Mono"/>
                <a:cs typeface="JetBrains Mono"/>
              </a:rPr>
              <a:t>CLARITY FROM COMPLEXITY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84119" y="0"/>
            <a:ext cx="108000" cy="6858000"/>
          </a:xfrm>
          <a:prstGeom prst="rect">
            <a:avLst/>
          </a:prstGeom>
          <a:gradFill rotWithShape="1">
            <a:gsLst>
              <a:gs pos="0">
                <a:srgbClr val="07B7D1"/>
              </a:gs>
              <a:gs pos="100000">
                <a:srgbClr val="2B39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2119" cy="90000"/>
          </a:xfrm>
          <a:prstGeom prst="rect">
            <a:avLst/>
          </a:prstGeom>
          <a:gradFill rotWithShape="1">
            <a:gsLst>
              <a:gs pos="0">
                <a:srgbClr val="07B7D1"/>
              </a:gs>
              <a:gs pos="100000">
                <a:srgbClr val="2B39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io-ic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777839" cy="46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2160000"/>
            <a:ext cx="2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07B7D1"/>
                </a:solidFill>
                <a:latin typeface="Sora"/>
                <a:ea typeface="Sora"/>
                <a:cs typeface="So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71999"/>
            <a:ext cx="93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{{Título da Secção}}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io-ic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24000"/>
            <a:ext cx="598338" cy="3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999" y="360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4B5C"/>
                </a:solidFill>
                <a:latin typeface="Sora"/>
                <a:ea typeface="Sora"/>
                <a:cs typeface="Sora"/>
              </a:rPr>
              <a:t>alio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36000"/>
            <a:ext cx="86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{{Título do Slide}}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94000"/>
            <a:ext cx="1080000" cy="432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72000"/>
            <a:ext cx="100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12141D"/>
                </a:solidFill>
                <a:latin typeface="Instrument Sans"/>
                <a:ea typeface="Instrument Sans"/>
                <a:cs typeface="Instrument Sans"/>
              </a:rPr>
              <a:t>●  {{Ponto de conteúdo um}}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12141D"/>
                </a:solidFill>
                <a:latin typeface="Instrument Sans"/>
                <a:ea typeface="Instrument Sans"/>
                <a:cs typeface="Instrument Sans"/>
              </a:rPr>
              <a:t>●  {{Ponto de conteúdo dois}}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12141D"/>
                </a:solidFill>
                <a:latin typeface="Instrument Sans"/>
                <a:ea typeface="Instrument Sans"/>
                <a:cs typeface="Instrument Sans"/>
              </a:rPr>
              <a:t>●  {{Ponto de conteúdo três}}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12141D"/>
                </a:solidFill>
                <a:latin typeface="Instrument Sans"/>
                <a:ea typeface="Instrument Sans"/>
                <a:cs typeface="Instrument Sans"/>
              </a:rPr>
              <a:t>●  {{Ponto de conteúdo quatro}}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6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A8F"/>
                </a:solidFill>
                <a:latin typeface="JetBrains Mono"/>
                <a:ea typeface="JetBrains Mono"/>
                <a:cs typeface="JetBrains Mono"/>
              </a:rPr>
              <a:t>www.alio.ao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io-ic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24000"/>
            <a:ext cx="598338" cy="3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936000"/>
            <a:ext cx="86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{{Título do Slide}}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494000"/>
            <a:ext cx="1080000" cy="432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944000"/>
            <a:ext cx="4896000" cy="36000"/>
          </a:xfrm>
          <a:prstGeom prst="rect">
            <a:avLst/>
          </a:prstGeom>
          <a:solidFill>
            <a:srgbClr val="2B3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052000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{{Coluna A}}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447999"/>
            <a:ext cx="4896000" cy="363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44B5C"/>
                </a:solidFill>
                <a:latin typeface="Instrument Sans"/>
                <a:ea typeface="Instrument Sans"/>
                <a:cs typeface="Instrument Sans"/>
              </a:rPr>
              <a:t>{{Texto ou pontos desta coluna}}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6000" y="1944000"/>
            <a:ext cx="4896000" cy="36000"/>
          </a:xfrm>
          <a:prstGeom prst="rect">
            <a:avLst/>
          </a:prstGeom>
          <a:solidFill>
            <a:srgbClr val="079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6000" y="2052000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{{Coluna B}}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6000" y="2447999"/>
            <a:ext cx="4896000" cy="363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44B5C"/>
                </a:solidFill>
                <a:latin typeface="Instrument Sans"/>
                <a:ea typeface="Instrument Sans"/>
                <a:cs typeface="Instrument Sans"/>
              </a:rPr>
              <a:t>{{Texto ou pontos desta coluna}}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646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A8F"/>
                </a:solidFill>
                <a:latin typeface="JetBrains Mono"/>
                <a:ea typeface="JetBrains Mono"/>
                <a:cs typeface="JetBrains Mono"/>
              </a:rPr>
              <a:t>www.alio.ao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io-ic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24000"/>
            <a:ext cx="598338" cy="3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936000"/>
            <a:ext cx="86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{{Título dos Dados}}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494000"/>
            <a:ext cx="1080000" cy="432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0000" y="1944000"/>
          <a:ext cx="10080000" cy="414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46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A8F"/>
                </a:solidFill>
                <a:latin typeface="JetBrains Mono"/>
                <a:ea typeface="JetBrains Mono"/>
                <a:cs typeface="JetBrains Mono"/>
              </a:rPr>
              <a:t>www.alio.ao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gradFill rotWithShape="1">
            <a:gsLst>
              <a:gs pos="0">
                <a:srgbClr val="07B7D1"/>
              </a:gs>
              <a:gs pos="100000">
                <a:srgbClr val="2B399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260000"/>
            <a:ext cx="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448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{{Citação de destaque do cliente ou parceiro.}}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489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4CAD6"/>
                </a:solidFill>
                <a:latin typeface="Instrument Sans"/>
                <a:ea typeface="Instrument Sans"/>
                <a:cs typeface="Instrument Sans"/>
              </a:rPr>
              <a:t>{{Nome}} · {{Cargo, Empresa}}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io-ico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24000"/>
            <a:ext cx="598338" cy="3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936000"/>
            <a:ext cx="86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{{Equipa do Projeto}}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494000"/>
            <a:ext cx="1080000" cy="432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944000"/>
            <a:ext cx="2376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944000"/>
            <a:ext cx="2376000" cy="288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7999" y="2304000"/>
            <a:ext cx="900000" cy="900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334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{{Nome}}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3599999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A8F"/>
                </a:solidFill>
                <a:latin typeface="Instrument Sans"/>
                <a:ea typeface="Instrument Sans"/>
                <a:cs typeface="Instrument Sans"/>
              </a:rPr>
              <a:t>{{Cargo}}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4000" y="1944000"/>
            <a:ext cx="2376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4000" y="1944000"/>
            <a:ext cx="2376000" cy="288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41999" y="2304000"/>
            <a:ext cx="900000" cy="900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000" y="334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{{Nome}}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3599999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A8F"/>
                </a:solidFill>
                <a:latin typeface="Instrument Sans"/>
                <a:ea typeface="Instrument Sans"/>
                <a:cs typeface="Instrument Sans"/>
              </a:rPr>
              <a:t>{{Cargo}}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8000" y="1944000"/>
            <a:ext cx="2376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68000" y="1944000"/>
            <a:ext cx="2376000" cy="288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5999" y="2304000"/>
            <a:ext cx="900000" cy="900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2000" y="334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{{Nome}}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000" y="3599999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A8F"/>
                </a:solidFill>
                <a:latin typeface="Instrument Sans"/>
                <a:ea typeface="Instrument Sans"/>
                <a:cs typeface="Instrument Sans"/>
              </a:rPr>
              <a:t>{{Cargo}}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2000" y="1944000"/>
            <a:ext cx="2376000" cy="3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32000" y="1944000"/>
            <a:ext cx="2376000" cy="28800"/>
          </a:xfrm>
          <a:prstGeom prst="rect">
            <a:avLst/>
          </a:prstGeom>
          <a:solidFill>
            <a:srgbClr val="07B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69999" y="2304000"/>
            <a:ext cx="900000" cy="90000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6000" y="334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41D"/>
                </a:solidFill>
                <a:latin typeface="Sora"/>
                <a:ea typeface="Sora"/>
                <a:cs typeface="Sora"/>
              </a:rPr>
              <a:t>{{Nome}}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6000" y="3599999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A8F"/>
                </a:solidFill>
                <a:latin typeface="Instrument Sans"/>
                <a:ea typeface="Instrument Sans"/>
                <a:cs typeface="Instrument Sans"/>
              </a:rPr>
              <a:t>{{Cargo}}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646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A8F"/>
                </a:solidFill>
                <a:latin typeface="JetBrains Mono"/>
                <a:ea typeface="JetBrains Mono"/>
                <a:cs typeface="JetBrains Mono"/>
              </a:rPr>
              <a:t>www.alio.ao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"/>
          </a:xfrm>
          <a:prstGeom prst="rect">
            <a:avLst/>
          </a:prstGeom>
          <a:gradFill rotWithShape="1">
            <a:gsLst>
              <a:gs pos="0">
                <a:srgbClr val="07B7D1"/>
              </a:gs>
              <a:gs pos="100000">
                <a:srgbClr val="2B39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io-ic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736000"/>
            <a:ext cx="1077008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342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ora"/>
                <a:ea typeface="Sora"/>
                <a:cs typeface="Sora"/>
              </a:rPr>
              <a:t>alio</a:t>
            </a:r>
            <a:r>
              <a:rPr sz="2200" b="0" i="0">
                <a:solidFill>
                  <a:srgbClr val="C4CAD6"/>
                </a:solidFill>
                <a:latin typeface="Sora"/>
                <a:ea typeface="Sora"/>
                <a:cs typeface="Sora"/>
              </a:rPr>
              <a:t>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88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4CAD6"/>
                </a:solidFill>
                <a:latin typeface="Instrument Sans"/>
                <a:ea typeface="Instrument Sans"/>
                <a:cs typeface="Instrument Sans"/>
              </a:rPr>
              <a:t>{{Próximos passos}} — {{contacto@alio.ao}}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138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7B7D1"/>
                </a:solidFill>
                <a:latin typeface="JetBrains Mono"/>
                <a:ea typeface="JetBrains Mono"/>
                <a:cs typeface="JetBrains Mono"/>
              </a:rPr>
              <a:t>BUILT IN ANGOLA ENGINEERED FOR THE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